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yaki Banerjee" userId="2423231549925141" providerId="LiveId" clId="{238EFB36-EC80-456E-B929-54BEDE2687DA}"/>
    <pc:docChg chg="modSld">
      <pc:chgData name="Satyaki Banerjee" userId="2423231549925141" providerId="LiveId" clId="{238EFB36-EC80-456E-B929-54BEDE2687DA}" dt="2026-10-07T03:54:52.920" v="0" actId="20577"/>
      <pc:docMkLst>
        <pc:docMk/>
      </pc:docMkLst>
      <pc:sldChg chg="modSp mod">
        <pc:chgData name="Satyaki Banerjee" userId="2423231549925141" providerId="LiveId" clId="{238EFB36-EC80-456E-B929-54BEDE2687DA}" dt="2026-10-07T03:54:52.920" v="0" actId="20577"/>
        <pc:sldMkLst>
          <pc:docMk/>
          <pc:sldMk cId="2558110884" sldId="258"/>
        </pc:sldMkLst>
        <pc:spChg chg="mod">
          <ac:chgData name="Satyaki Banerjee" userId="2423231549925141" providerId="LiveId" clId="{238EFB36-EC80-456E-B929-54BEDE2687DA}" dt="2026-10-07T03:54:52.920" v="0" actId="20577"/>
          <ac:spMkLst>
            <pc:docMk/>
            <pc:sldMk cId="2558110884" sldId="258"/>
            <ac:spMk id="6" creationId="{D0B5C83B-1911-94CB-74A1-DDA0C731833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598C5-88C8-FD58-3312-713D356BA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7B3EAD-EF55-6AF4-9C7C-D7677AB205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BBF15-A77E-3664-065A-AB0384507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12E07-C877-4DD2-AC43-0D1855ADC36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16804-8101-2CD8-1D9A-2CD7F26DF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EEEF6-D844-7A1B-4EE3-008FFB59C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B7ED-6681-43F9-8E2C-DBD191548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085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8E3B8-5702-AFDC-FB3A-301372E5F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C13A0-9BED-1902-6223-36FE0F14A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ACE7-47D0-EF52-C3B5-376F6AA83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12E07-C877-4DD2-AC43-0D1855ADC36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8501B-B5C0-63AA-A5D9-DF82C0AB6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2AF6B-2163-C236-8FC3-89FAAB5F5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B7ED-6681-43F9-8E2C-DBD191548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043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20E5E-33BA-E065-6234-BF8E60546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8A17D-F935-3D7C-80BB-06A80E880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C94E2-62C4-8223-C002-296AD7E36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12E07-C877-4DD2-AC43-0D1855ADC36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3C645-9BA0-B74B-79AE-715B8868D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3B5C0-AF13-BF5B-131F-12E9703A9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B7ED-6681-43F9-8E2C-DBD191548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28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9A7AA-1412-7A19-2818-B66C66672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5D6D3-B504-ED18-B8BD-039BB761FB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DB030-44A3-35D8-59AE-F6B39DB15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617EE-FA6E-0375-39B9-32D556CDA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12E07-C877-4DD2-AC43-0D1855ADC36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E9644-299E-E12F-1D2D-96860EDAA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CD3BB-21EF-0291-B8ED-0319AE29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B7ED-6681-43F9-8E2C-DBD191548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812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5C04A-E415-DD7D-6E73-CDCE34F7C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5BD88-8B5C-C997-BA12-9542B1182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094F6C-CDFB-5265-F598-79586E82E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3B394-F349-F735-80C0-7397C6AE8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744125-A998-8702-16FB-94B36E1962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597F08-832A-88FB-2029-C3D8007FD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12E07-C877-4DD2-AC43-0D1855ADC36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F7DCE5-E3CA-CFDE-7E53-D755E074D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59C08-A750-722F-5C88-245518CE5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B7ED-6681-43F9-8E2C-DBD191548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027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B7F0C-62F5-5C92-5502-67E5A1BD0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269EB8-B148-513A-BA46-261EC0F12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12E07-C877-4DD2-AC43-0D1855ADC36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61AC9B-8AC2-7E4E-277B-8B4607DD4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BC32C-245A-7424-7F62-57089BAD0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B7ED-6681-43F9-8E2C-DBD191548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264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5E1DE9-0F49-5D7D-C342-E297BDA9A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12E07-C877-4DD2-AC43-0D1855ADC36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584E1E-F4D7-9CF7-9B99-626DCDFEF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EF7D3-D3B9-889C-BA7E-7675E46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B7ED-6681-43F9-8E2C-DBD191548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198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E77B1-8D43-171A-73B2-19FB11157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70EFE-71CE-E2C2-9EFB-D86631234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CE56E-4BB2-3E21-1E69-509BE4D48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55D50-20A3-22E5-4F59-7D7E2B16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12E07-C877-4DD2-AC43-0D1855ADC36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FDF9B-B850-51BC-8EB0-B217C6FE0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42377-D481-EE95-72D3-9CDC96D7D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B7ED-6681-43F9-8E2C-DBD191548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135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EE1AF-EFD4-8A11-6009-52403D962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AB372C-40DF-6ECB-8C93-E59FC3D2DC6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ADB56C-58A8-3649-652B-84388946B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30ACB-4A73-BC13-1BA1-981701D15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12E07-C877-4DD2-AC43-0D1855ADC36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678B0-F672-DBCD-D77A-0418D5B9F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28D2C-9295-86AC-653B-95555AD6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B7ED-6681-43F9-8E2C-DBD191548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765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AD089-1064-688F-11C2-51BBAEA69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69C9B8-856A-BE65-2374-B4181F99A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E07C8-A4A0-2EC9-BB26-20087F1AA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12E07-C877-4DD2-AC43-0D1855ADC36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B0A21-5E65-D7C1-6F2C-4E057F141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A983B-EC3A-66FE-62FD-E323A764F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B7ED-6681-43F9-8E2C-DBD191548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4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66F05E-A43C-186F-FAE5-80540E2217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DEF459-1D80-FE5F-1E17-4C75FE9EB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373D0-FACE-2D34-5AAD-4B2E892A0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12E07-C877-4DD2-AC43-0D1855ADC36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5F10B-E252-F151-887D-FB3C2D56E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658F4-EEE2-705D-78B6-DE6399578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B7ED-6681-43F9-8E2C-DBD191548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269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044B67-D54D-0EAB-3E3F-16B2CD8B7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41B7E-4FAC-68A0-244B-63537807F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3B6FD-88B2-A88D-FDDA-377E2FE149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B12E07-C877-4DD2-AC43-0D1855ADC36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3839C-2E5D-3A7E-7EB0-DF15CF4F1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73DA2-C823-A373-9A54-47A2688A9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6BB7ED-6681-43F9-8E2C-DBD191548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07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3500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FC262A-7E95-304F-60C4-6D5FEEF370E1}"/>
              </a:ext>
            </a:extLst>
          </p:cNvPr>
          <p:cNvSpPr txBox="1"/>
          <p:nvPr/>
        </p:nvSpPr>
        <p:spPr>
          <a:xfrm>
            <a:off x="1219200" y="948267"/>
            <a:ext cx="94386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MASTERMIND CODEBREAKER GAME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0C298B-A917-80B0-DF35-0083769D5E29}"/>
              </a:ext>
            </a:extLst>
          </p:cNvPr>
          <p:cNvSpPr txBox="1"/>
          <p:nvPr/>
        </p:nvSpPr>
        <p:spPr>
          <a:xfrm>
            <a:off x="2853267" y="1947333"/>
            <a:ext cx="6700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Arial Rounded MT Bold" panose="020F0704030504030204" pitchFamily="34" charset="0"/>
              </a:rPr>
              <a:t>MIPS Assembly Programming Using QtSPIM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8E7E51-46C2-8584-84F0-8196E0773635}"/>
              </a:ext>
            </a:extLst>
          </p:cNvPr>
          <p:cNvSpPr txBox="1"/>
          <p:nvPr/>
        </p:nvSpPr>
        <p:spPr>
          <a:xfrm>
            <a:off x="4883310" y="3228945"/>
            <a:ext cx="17363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Bahnschrift SemiBold SemiConden" panose="020B0502040204020203" pitchFamily="34" charset="0"/>
              </a:rPr>
              <a:t>Project No. - 20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895F17-46DD-C95D-725E-70220370548D}"/>
              </a:ext>
            </a:extLst>
          </p:cNvPr>
          <p:cNvSpPr txBox="1"/>
          <p:nvPr/>
        </p:nvSpPr>
        <p:spPr>
          <a:xfrm>
            <a:off x="5009723" y="3869266"/>
            <a:ext cx="164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Berlin Sans FB" panose="020E0602020502020306" pitchFamily="34" charset="0"/>
              </a:rPr>
              <a:t>Group No. - 06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B941A2-DCE0-E42C-7115-9121E01B021F}"/>
              </a:ext>
            </a:extLst>
          </p:cNvPr>
          <p:cNvSpPr txBox="1"/>
          <p:nvPr/>
        </p:nvSpPr>
        <p:spPr>
          <a:xfrm>
            <a:off x="1926676" y="5532428"/>
            <a:ext cx="89789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Institute of Information Technology , Kalyani</a:t>
            </a:r>
          </a:p>
        </p:txBody>
      </p:sp>
    </p:spTree>
    <p:extLst>
      <p:ext uri="{BB962C8B-B14F-4D97-AF65-F5344CB8AC3E}">
        <p14:creationId xmlns:p14="http://schemas.microsoft.com/office/powerpoint/2010/main" val="4168157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39EC66-0211-2AD3-FF59-F25611F938C5}"/>
              </a:ext>
            </a:extLst>
          </p:cNvPr>
          <p:cNvSpPr/>
          <p:nvPr/>
        </p:nvSpPr>
        <p:spPr>
          <a:xfrm>
            <a:off x="0" y="0"/>
            <a:ext cx="12192000" cy="70039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CDFC68-F16D-8925-67E5-4A5D7C198B4A}"/>
              </a:ext>
            </a:extLst>
          </p:cNvPr>
          <p:cNvSpPr/>
          <p:nvPr/>
        </p:nvSpPr>
        <p:spPr>
          <a:xfrm>
            <a:off x="0" y="5291847"/>
            <a:ext cx="12192000" cy="156615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BD5012-5CC0-718A-6DE1-9B691A400CAA}"/>
              </a:ext>
            </a:extLst>
          </p:cNvPr>
          <p:cNvSpPr txBox="1"/>
          <p:nvPr/>
        </p:nvSpPr>
        <p:spPr>
          <a:xfrm>
            <a:off x="0" y="787942"/>
            <a:ext cx="40175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1.Aim of The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B5C83B-1911-94CB-74A1-DDA0C7318332}"/>
              </a:ext>
            </a:extLst>
          </p:cNvPr>
          <p:cNvSpPr txBox="1"/>
          <p:nvPr/>
        </p:nvSpPr>
        <p:spPr>
          <a:xfrm>
            <a:off x="447472" y="1712068"/>
            <a:ext cx="10407080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To </a:t>
            </a:r>
            <a:r>
              <a:rPr lang="en-IN" sz="2400"/>
              <a:t>develop an </a:t>
            </a:r>
            <a:r>
              <a:rPr lang="en-IN" sz="2400" dirty="0"/>
              <a:t>interactive 4-digit codebreaker game using  MIPS Assembly  </a:t>
            </a:r>
          </a:p>
          <a:p>
            <a:r>
              <a:rPr lang="en-IN" sz="2400" dirty="0"/>
              <a:t>       QtSPIM.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To generate a pseudo-random 4-digit secret sequence.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To give the player a maximum of 7 attempts to guess the sequence.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To provide feedback on correct positions , correct digits in wrong positions ,</a:t>
            </a:r>
          </a:p>
          <a:p>
            <a:r>
              <a:rPr lang="en-IN" sz="2400" dirty="0"/>
              <a:t>       and absent digits.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To demonstrates procedures , loops , arrays , system calls , registers and </a:t>
            </a:r>
          </a:p>
          <a:p>
            <a:r>
              <a:rPr lang="en-IN" sz="2400" dirty="0"/>
              <a:t>      conditional branching.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8110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221E6-F760-DC09-BF24-BD358DB356C9}"/>
              </a:ext>
            </a:extLst>
          </p:cNvPr>
          <p:cNvSpPr/>
          <p:nvPr/>
        </p:nvSpPr>
        <p:spPr>
          <a:xfrm>
            <a:off x="0" y="0"/>
            <a:ext cx="12192000" cy="67120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569924-0D22-F3D5-C58F-523E0BC7C37F}"/>
              </a:ext>
            </a:extLst>
          </p:cNvPr>
          <p:cNvSpPr/>
          <p:nvPr/>
        </p:nvSpPr>
        <p:spPr>
          <a:xfrm>
            <a:off x="0" y="5233481"/>
            <a:ext cx="12192000" cy="162451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F0F5E9-7E21-C3C0-A8EA-052BACE0DB6C}"/>
              </a:ext>
            </a:extLst>
          </p:cNvPr>
          <p:cNvSpPr txBox="1"/>
          <p:nvPr/>
        </p:nvSpPr>
        <p:spPr>
          <a:xfrm>
            <a:off x="0" y="651753"/>
            <a:ext cx="60179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Game Rules &amp; Working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78B72-C6D0-1390-D25F-8EA0D91871E0}"/>
              </a:ext>
            </a:extLst>
          </p:cNvPr>
          <p:cNvSpPr txBox="1"/>
          <p:nvPr/>
        </p:nvSpPr>
        <p:spPr>
          <a:xfrm>
            <a:off x="447472" y="1459149"/>
            <a:ext cx="1080148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secret sequence contains exactly 4 digits , with each digit between 0 to 9.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player receives 7 attempts.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Correct position : the guessed digit matches the secret at the same position.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Correct digit , wrong position : The digit exists in secret but occurs elsewhere.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Digit not present : the digit does not occur in secret sequence.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game ends when all four positions are correct or after the 7</a:t>
            </a:r>
            <a:r>
              <a:rPr lang="en-IN" sz="2400" baseline="30000" dirty="0"/>
              <a:t>th</a:t>
            </a:r>
            <a:r>
              <a:rPr lang="en-IN" sz="2400" dirty="0"/>
              <a:t> unsuccessful</a:t>
            </a:r>
          </a:p>
          <a:p>
            <a:r>
              <a:rPr lang="en-IN" sz="2400" dirty="0"/>
              <a:t>      attempt. </a:t>
            </a:r>
          </a:p>
        </p:txBody>
      </p:sp>
    </p:spTree>
    <p:extLst>
      <p:ext uri="{BB962C8B-B14F-4D97-AF65-F5344CB8AC3E}">
        <p14:creationId xmlns:p14="http://schemas.microsoft.com/office/powerpoint/2010/main" val="4204784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A72E12-7B76-0A42-4940-59E69105885B}"/>
              </a:ext>
            </a:extLst>
          </p:cNvPr>
          <p:cNvSpPr/>
          <p:nvPr/>
        </p:nvSpPr>
        <p:spPr>
          <a:xfrm>
            <a:off x="0" y="0"/>
            <a:ext cx="12192000" cy="63229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F4A94F-07EC-467E-6614-DF39454B1615}"/>
              </a:ext>
            </a:extLst>
          </p:cNvPr>
          <p:cNvSpPr/>
          <p:nvPr/>
        </p:nvSpPr>
        <p:spPr>
          <a:xfrm>
            <a:off x="0" y="5291847"/>
            <a:ext cx="12192000" cy="156615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38824E-AAD9-96A5-6281-B011E7382142}"/>
              </a:ext>
            </a:extLst>
          </p:cNvPr>
          <p:cNvSpPr txBox="1"/>
          <p:nvPr/>
        </p:nvSpPr>
        <p:spPr>
          <a:xfrm>
            <a:off x="155643" y="632298"/>
            <a:ext cx="40320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Program Structure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49CACB-68D5-22A1-1E0E-E85C1AD0EDAC}"/>
              </a:ext>
            </a:extLst>
          </p:cNvPr>
          <p:cNvSpPr txBox="1"/>
          <p:nvPr/>
        </p:nvSpPr>
        <p:spPr>
          <a:xfrm>
            <a:off x="155643" y="1095319"/>
            <a:ext cx="37027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Major procedures used in MIPS Program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8EAD89-668A-4DF3-1B0D-FBBE25744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195" y="1433873"/>
            <a:ext cx="8433882" cy="373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926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77AB74-CE75-DC3C-0AEB-5360BA48B511}"/>
              </a:ext>
            </a:extLst>
          </p:cNvPr>
          <p:cNvSpPr/>
          <p:nvPr/>
        </p:nvSpPr>
        <p:spPr>
          <a:xfrm>
            <a:off x="0" y="0"/>
            <a:ext cx="12192000" cy="71011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B1A6C7-D8DF-9D34-632F-343E10CDA9E7}"/>
              </a:ext>
            </a:extLst>
          </p:cNvPr>
          <p:cNvSpPr/>
          <p:nvPr/>
        </p:nvSpPr>
        <p:spPr>
          <a:xfrm>
            <a:off x="0" y="5214026"/>
            <a:ext cx="12192000" cy="164397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F852E2-0620-AB0F-37EE-1472F9DC97F0}"/>
              </a:ext>
            </a:extLst>
          </p:cNvPr>
          <p:cNvSpPr txBox="1"/>
          <p:nvPr/>
        </p:nvSpPr>
        <p:spPr>
          <a:xfrm>
            <a:off x="0" y="642025"/>
            <a:ext cx="5837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Program --- The Main Game Loop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90AD58-70ED-87E8-6731-EB95B2C86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151"/>
            <a:ext cx="4085617" cy="40777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CA2051-ACC0-64ED-6E6A-5125051B4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452" y="4414728"/>
            <a:ext cx="3686472" cy="71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276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82FBF5-E037-2720-0660-69C50E16D9AE}"/>
              </a:ext>
            </a:extLst>
          </p:cNvPr>
          <p:cNvSpPr/>
          <p:nvPr/>
        </p:nvSpPr>
        <p:spPr>
          <a:xfrm>
            <a:off x="0" y="0"/>
            <a:ext cx="12192000" cy="69066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88D0AC-F9F0-6859-F9E6-BFC79DB9C13C}"/>
              </a:ext>
            </a:extLst>
          </p:cNvPr>
          <p:cNvSpPr/>
          <p:nvPr/>
        </p:nvSpPr>
        <p:spPr>
          <a:xfrm>
            <a:off x="0" y="6459166"/>
            <a:ext cx="12192000" cy="40911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067747-9731-46AF-B2F1-01AC7885D384}"/>
              </a:ext>
            </a:extLst>
          </p:cNvPr>
          <p:cNvSpPr txBox="1"/>
          <p:nvPr/>
        </p:nvSpPr>
        <p:spPr>
          <a:xfrm>
            <a:off x="0" y="641467"/>
            <a:ext cx="81031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Program --- Secret Sequence Generation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55FABF-B764-F56D-849D-45891B29C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81" y="1138135"/>
            <a:ext cx="5956570" cy="517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738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94953A-5674-6A59-D371-B743ACD169A7}"/>
              </a:ext>
            </a:extLst>
          </p:cNvPr>
          <p:cNvSpPr/>
          <p:nvPr/>
        </p:nvSpPr>
        <p:spPr>
          <a:xfrm>
            <a:off x="0" y="0"/>
            <a:ext cx="12192000" cy="71011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C43CF7-1DC3-0D3F-285E-71957FC7C708}"/>
              </a:ext>
            </a:extLst>
          </p:cNvPr>
          <p:cNvSpPr/>
          <p:nvPr/>
        </p:nvSpPr>
        <p:spPr>
          <a:xfrm>
            <a:off x="0" y="6050604"/>
            <a:ext cx="12192000" cy="80739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7C0258-41EB-64B0-4798-A67E010C4B70}"/>
              </a:ext>
            </a:extLst>
          </p:cNvPr>
          <p:cNvSpPr txBox="1"/>
          <p:nvPr/>
        </p:nvSpPr>
        <p:spPr>
          <a:xfrm>
            <a:off x="0" y="700391"/>
            <a:ext cx="63385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Program --- Guess Comparison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0F654C-C916-0C39-8AAD-BDFB621EB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75" y="1206230"/>
            <a:ext cx="5324304" cy="484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873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1F2378-F6FD-518B-1C4D-E0D15730DA65}"/>
              </a:ext>
            </a:extLst>
          </p:cNvPr>
          <p:cNvSpPr/>
          <p:nvPr/>
        </p:nvSpPr>
        <p:spPr>
          <a:xfrm>
            <a:off x="0" y="0"/>
            <a:ext cx="12192000" cy="74903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B3B1B6-4558-521A-F784-6383B5669378}"/>
              </a:ext>
            </a:extLst>
          </p:cNvPr>
          <p:cNvSpPr/>
          <p:nvPr/>
        </p:nvSpPr>
        <p:spPr>
          <a:xfrm>
            <a:off x="0" y="5622587"/>
            <a:ext cx="12192000" cy="123541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62A89B-DC0E-D367-F323-F34F1C76DAF7}"/>
              </a:ext>
            </a:extLst>
          </p:cNvPr>
          <p:cNvSpPr txBox="1"/>
          <p:nvPr/>
        </p:nvSpPr>
        <p:spPr>
          <a:xfrm>
            <a:off x="0" y="749030"/>
            <a:ext cx="55520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Sample Simulation Output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B968F0-C166-1261-C0FB-EE22748E4655}"/>
              </a:ext>
            </a:extLst>
          </p:cNvPr>
          <p:cNvSpPr txBox="1"/>
          <p:nvPr/>
        </p:nvSpPr>
        <p:spPr>
          <a:xfrm>
            <a:off x="0" y="1242350"/>
            <a:ext cx="35875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Black" panose="020B0A04020102020204" pitchFamily="34" charset="0"/>
              </a:rPr>
              <a:t>Based on QtSPIM Console Run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906BE6-CDFE-1125-4108-1D381BAE06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4322"/>
            <a:ext cx="11994204" cy="3996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081AC4-06C0-4FBF-E864-984A8F8289D0}"/>
              </a:ext>
            </a:extLst>
          </p:cNvPr>
          <p:cNvSpPr txBox="1"/>
          <p:nvPr/>
        </p:nvSpPr>
        <p:spPr>
          <a:xfrm>
            <a:off x="2003899" y="5323678"/>
            <a:ext cx="847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After attempt 7 , the program displays GAME OVER and reveals the Secret Sequence</a:t>
            </a:r>
          </a:p>
        </p:txBody>
      </p:sp>
    </p:spTree>
    <p:extLst>
      <p:ext uri="{BB962C8B-B14F-4D97-AF65-F5344CB8AC3E}">
        <p14:creationId xmlns:p14="http://schemas.microsoft.com/office/powerpoint/2010/main" val="2999834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74A359-34E5-88B5-FA26-349CCE37F8CC}"/>
              </a:ext>
            </a:extLst>
          </p:cNvPr>
          <p:cNvSpPr/>
          <p:nvPr/>
        </p:nvSpPr>
        <p:spPr>
          <a:xfrm>
            <a:off x="0" y="0"/>
            <a:ext cx="12192000" cy="70039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B15E4D-067E-E7C7-CA21-5A25AB0AE2E8}"/>
              </a:ext>
            </a:extLst>
          </p:cNvPr>
          <p:cNvSpPr/>
          <p:nvPr/>
        </p:nvSpPr>
        <p:spPr>
          <a:xfrm>
            <a:off x="0" y="5554494"/>
            <a:ext cx="12192000" cy="130350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5160F3-978F-9752-B9E7-BB1CF9C39513}"/>
              </a:ext>
            </a:extLst>
          </p:cNvPr>
          <p:cNvSpPr txBox="1"/>
          <p:nvPr/>
        </p:nvSpPr>
        <p:spPr>
          <a:xfrm>
            <a:off x="0" y="573932"/>
            <a:ext cx="4002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 Output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CB1304-0981-9603-1BF3-675EDEDAB332}"/>
              </a:ext>
            </a:extLst>
          </p:cNvPr>
          <p:cNvSpPr txBox="1"/>
          <p:nvPr/>
        </p:nvSpPr>
        <p:spPr>
          <a:xfrm>
            <a:off x="486383" y="1381328"/>
            <a:ext cx="1124096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program processes all 7 guesses sequentially.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sixth guess , 5874 , reports 0 correct positions , 4 correct digits in </a:t>
            </a:r>
          </a:p>
          <a:p>
            <a:r>
              <a:rPr lang="en-IN" sz="2400" dirty="0"/>
              <a:t>        wrong positions and 0 digits &amp; 0 digits present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seventh guess , 4129 , reports 2 correct positions , 1 wrong- position digit and </a:t>
            </a:r>
          </a:p>
          <a:p>
            <a:r>
              <a:rPr lang="en-IN" sz="2400" dirty="0"/>
              <a:t>      1 absent digit.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After the seventh attempt , the program prints GAME OVER.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provided run displays the secret sequence as 6121.</a:t>
            </a:r>
          </a:p>
        </p:txBody>
      </p:sp>
    </p:spTree>
    <p:extLst>
      <p:ext uri="{BB962C8B-B14F-4D97-AF65-F5344CB8AC3E}">
        <p14:creationId xmlns:p14="http://schemas.microsoft.com/office/powerpoint/2010/main" val="2164802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EF1CC2-2430-6345-E3D7-97ACB598F50C}"/>
              </a:ext>
            </a:extLst>
          </p:cNvPr>
          <p:cNvSpPr/>
          <p:nvPr/>
        </p:nvSpPr>
        <p:spPr>
          <a:xfrm>
            <a:off x="0" y="0"/>
            <a:ext cx="12192000" cy="60311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CD11A1-64A1-6F5A-8791-4F3C6E3EA162}"/>
              </a:ext>
            </a:extLst>
          </p:cNvPr>
          <p:cNvSpPr/>
          <p:nvPr/>
        </p:nvSpPr>
        <p:spPr>
          <a:xfrm>
            <a:off x="0" y="5807413"/>
            <a:ext cx="12192000" cy="105058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3D4C4-DDC1-65E3-C9D8-0909B3D32C64}"/>
              </a:ext>
            </a:extLst>
          </p:cNvPr>
          <p:cNvSpPr txBox="1"/>
          <p:nvPr/>
        </p:nvSpPr>
        <p:spPr>
          <a:xfrm>
            <a:off x="0" y="623127"/>
            <a:ext cx="62279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9. MIPS Concepts Demonstrated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8B32FD-BD0C-FE4A-C775-4E7A6BD52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54" y="1207902"/>
            <a:ext cx="7491108" cy="459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448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A5DD8C-2CCF-7ACC-153F-1DA965B11A16}"/>
              </a:ext>
            </a:extLst>
          </p:cNvPr>
          <p:cNvSpPr/>
          <p:nvPr/>
        </p:nvSpPr>
        <p:spPr>
          <a:xfrm>
            <a:off x="0" y="0"/>
            <a:ext cx="12192000" cy="64202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AB2924-D7A2-1E6A-AD8B-6E9912E882A7}"/>
              </a:ext>
            </a:extLst>
          </p:cNvPr>
          <p:cNvSpPr/>
          <p:nvPr/>
        </p:nvSpPr>
        <p:spPr>
          <a:xfrm>
            <a:off x="0" y="5612860"/>
            <a:ext cx="12192000" cy="124514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B0AD0-2B45-9923-17D1-B9356CA191CB}"/>
              </a:ext>
            </a:extLst>
          </p:cNvPr>
          <p:cNvSpPr txBox="1"/>
          <p:nvPr/>
        </p:nvSpPr>
        <p:spPr>
          <a:xfrm>
            <a:off x="0" y="642026"/>
            <a:ext cx="36679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10. Conclusion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B1B16A-370A-E22C-F253-A5D7FA04C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64" y="1239626"/>
            <a:ext cx="8433881" cy="427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617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0"/>
                <a:lumOff val="100000"/>
              </a:schemeClr>
            </a:gs>
            <a:gs pos="3500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3E943A-D95A-407B-42D9-807A018A4FD8}"/>
              </a:ext>
            </a:extLst>
          </p:cNvPr>
          <p:cNvSpPr txBox="1"/>
          <p:nvPr/>
        </p:nvSpPr>
        <p:spPr>
          <a:xfrm>
            <a:off x="2752928" y="1498059"/>
            <a:ext cx="604087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dwardian Script ITC" panose="030303020407070D0804" pitchFamily="66" charset="0"/>
              </a:rPr>
              <a:t>Thank You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82CBF90-744A-7DE0-DB46-AD873CC74E75}"/>
              </a:ext>
            </a:extLst>
          </p:cNvPr>
          <p:cNvSpPr/>
          <p:nvPr/>
        </p:nvSpPr>
        <p:spPr>
          <a:xfrm>
            <a:off x="194553" y="4688732"/>
            <a:ext cx="11702375" cy="1862048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20F690-12F3-A7F4-5879-0E73FC50D8B5}"/>
              </a:ext>
            </a:extLst>
          </p:cNvPr>
          <p:cNvSpPr txBox="1"/>
          <p:nvPr/>
        </p:nvSpPr>
        <p:spPr>
          <a:xfrm>
            <a:off x="594221" y="5153306"/>
            <a:ext cx="97737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Arial Black" panose="020B0A04020102020204" pitchFamily="34" charset="0"/>
              </a:rPr>
              <a:t>Group Members – Aayan Kumar Mondal (1402) , Angan Jana (1416) , </a:t>
            </a:r>
          </a:p>
          <a:p>
            <a:r>
              <a:rPr lang="en-IN" sz="2000" dirty="0">
                <a:latin typeface="Arial Black" panose="020B0A04020102020204" pitchFamily="34" charset="0"/>
              </a:rPr>
              <a:t>Aritra Dey Sarkar (1419) , Satyaki Banerjee (1482)</a:t>
            </a:r>
          </a:p>
        </p:txBody>
      </p:sp>
    </p:spTree>
    <p:extLst>
      <p:ext uri="{BB962C8B-B14F-4D97-AF65-F5344CB8AC3E}">
        <p14:creationId xmlns:p14="http://schemas.microsoft.com/office/powerpoint/2010/main" val="1195890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361</Words>
  <Application>Microsoft Office PowerPoint</Application>
  <PresentationFormat>Widescreen</PresentationFormat>
  <Paragraphs>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Algerian</vt:lpstr>
      <vt:lpstr>Aptos</vt:lpstr>
      <vt:lpstr>Aptos Display</vt:lpstr>
      <vt:lpstr>Arial</vt:lpstr>
      <vt:lpstr>Arial Black</vt:lpstr>
      <vt:lpstr>Arial Rounded MT Bold</vt:lpstr>
      <vt:lpstr>Bahnschrift SemiBold SemiConden</vt:lpstr>
      <vt:lpstr>Berlin Sans FB</vt:lpstr>
      <vt:lpstr>Edwardian Script ITC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Satyaki Banerjee</dc:creator>
  <cp:lastModifiedBy>Satyaki Banerjee</cp:lastModifiedBy>
  <cp:revision>1</cp:revision>
  <dcterms:created xsi:type="dcterms:W3CDTF">2026-10-06T13:48:10Z</dcterms:created>
  <dcterms:modified xsi:type="dcterms:W3CDTF">2026-10-07T03:55:54Z</dcterms:modified>
</cp:coreProperties>
</file>